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0" y="457200"/>
            <a:ext cx="777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363474" y="1447800"/>
            <a:ext cx="956005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Automation POC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63474" y="2163961"/>
            <a:ext cx="95600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FlaUI (Win32 &amp; WPF)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38200" y="3293566"/>
            <a:ext cx="861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the past few days, I explored extending our automation capabilities beyond Web &amp; API by building a Desktop Automation POC using </a:t>
            </a:r>
            <a:pPr indent="0" marL="0">
              <a:lnSpc>
                <a:spcPts val="36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FlaUI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8378" y="4969966"/>
            <a:ext cx="24094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8378" y="5579566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WPF Controls Automated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38778" y="4969966"/>
            <a:ext cx="24094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938778" y="5579566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9178" y="4969966"/>
            <a:ext cx="24094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139178" y="5579566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Coverage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02437"/>
            <a:ext cx="95600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What I Achieved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57200" y="6951018"/>
            <a:ext cx="5335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208931" y="6951018"/>
            <a:ext cx="553191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WPF &amp; Win32 Controls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08931" y="7301508"/>
            <a:ext cx="553191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Button, TextBox, ComboBox, ListView, DataGrid, TreeView, Menu, Dialogs &amp; more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7743379"/>
            <a:ext cx="5335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208931" y="7743379"/>
            <a:ext cx="537646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Scalable Framework Design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08931" y="8093869"/>
            <a:ext cx="53764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C#, NUnit, Reqnroll (BDD), POM, Hooks-based lifecycle management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8535739"/>
            <a:ext cx="5335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1208931" y="8535739"/>
            <a:ext cx="49202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Integration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08931" y="8886230"/>
            <a:ext cx="49202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layer integrated into existing UI/API/DB automation framework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9328100"/>
            <a:ext cx="5335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1208931" y="9328100"/>
            <a:ext cx="5568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Validated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08931" y="9678591"/>
            <a:ext cx="55685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validated on self-hosted Windows CI agents with screenshot &amp; logging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10425261"/>
            <a:ext cx="95600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Tech Stack Used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644652" y="11202442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&amp; .NET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4652" y="11545342"/>
            <a:ext cx="41970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typing &amp; enterprise patterns</a:t>
            </a:r>
            <a:endParaRPr lang="en-US" sz="1140" dirty="0"/>
          </a:p>
        </p:txBody>
      </p:sp>
      <p:sp>
        <p:nvSpPr>
          <p:cNvPr id="29" name="Text 26"/>
          <p:cNvSpPr/>
          <p:nvPr/>
        </p:nvSpPr>
        <p:spPr>
          <a:xfrm>
            <a:off x="5445252" y="11202442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FlaUI (UIA3)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445252" y="11545342"/>
            <a:ext cx="41970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desktop automation engine</a:t>
            </a:r>
            <a:endParaRPr lang="en-US" sz="1140" dirty="0"/>
          </a:p>
        </p:txBody>
      </p:sp>
      <p:sp>
        <p:nvSpPr>
          <p:cNvPr id="31" name="Text 28"/>
          <p:cNvSpPr/>
          <p:nvPr/>
        </p:nvSpPr>
        <p:spPr>
          <a:xfrm>
            <a:off x="644652" y="12433846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Reqnroll (BDD)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4652" y="12776746"/>
            <a:ext cx="41970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Gherkin-based test scenarios</a:t>
            </a:r>
            <a:endParaRPr lang="en-US" sz="1140" dirty="0"/>
          </a:p>
        </p:txBody>
      </p:sp>
      <p:sp>
        <p:nvSpPr>
          <p:cNvPr id="33" name="Text 30"/>
          <p:cNvSpPr/>
          <p:nvPr/>
        </p:nvSpPr>
        <p:spPr>
          <a:xfrm>
            <a:off x="5445252" y="12433846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Object Model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445252" y="12776746"/>
            <a:ext cx="41970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Maintainable &amp; scalable structure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0" y="457200"/>
            <a:ext cx="7772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0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363474" y="1447800"/>
            <a:ext cx="956005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838200" y="2836515"/>
            <a:ext cx="86106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FlaUI is a powerful choice for Windows automation</a:t>
            </a:r>
            <a:pPr indent="0" marL="0">
              <a:lnSpc>
                <a:spcPts val="3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—stable, fast, and easy to integrate with enterprise frameworks. It seamlessly extends existing automation solutions across Web, API, and Desktop layers.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608165"/>
            <a:ext cx="95600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What Makes This Approach Work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5156746"/>
            <a:ext cx="5335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208931" y="5156746"/>
            <a:ext cx="59097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Stability &amp; Reliability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08931" y="5507236"/>
            <a:ext cx="59097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95% pass rate with robust selector strategies (AutomationId first, ControlType fallback)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5949107"/>
            <a:ext cx="5335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208931" y="5949107"/>
            <a:ext cx="492833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&amp; Speed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08931" y="6299597"/>
            <a:ext cx="492833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element identification with UIA3 and optimized interaction patterns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741468"/>
            <a:ext cx="5335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208931" y="6741468"/>
            <a:ext cx="565442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Patterns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08931" y="7091958"/>
            <a:ext cx="565442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BDD framework, Hooks, logging, reporting, POM—production-ready from day one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7533829"/>
            <a:ext cx="5335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3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208931" y="7533829"/>
            <a:ext cx="38998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Ready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08931" y="7884319"/>
            <a:ext cx="38998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agents support seamless pipeline integration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3474" y="8935789"/>
            <a:ext cx="95600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Happy to connect if you're exploring: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2663875" y="9484370"/>
            <a:ext cx="1896814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Automation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13089" y="9484370"/>
            <a:ext cx="804714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FlaUI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70203" y="9484370"/>
            <a:ext cx="1952923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Migration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3474" y="10840641"/>
            <a:ext cx="9560052" cy="26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#automation #flaUI #desktopautomation #WPF #QA #SDET #csharp #bdd #testautomation #windowsautomation</a:t>
            </a:r>
            <a:endParaRPr lang="en-US" sz="1140" dirty="0"/>
          </a:p>
        </p:txBody>
      </p:sp>
      <p:sp>
        <p:nvSpPr>
          <p:cNvPr id="24" name="Text 21"/>
          <p:cNvSpPr/>
          <p:nvPr/>
        </p:nvSpPr>
        <p:spPr>
          <a:xfrm>
            <a:off x="363474" y="11710839"/>
            <a:ext cx="95600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discuss next: DB + Desktop + API mixed automation flows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2025-12-04T14:25:00Z</dcterms:created>
  <dcterms:modified xsi:type="dcterms:W3CDTF">2025-12-04T14:25:00Z</dcterms:modified>
</cp:coreProperties>
</file>